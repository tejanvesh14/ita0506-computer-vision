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0" r:id="rId5"/>
    <p:sldId id="261" r:id="rId6"/>
    <p:sldId id="262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4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4450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https://image.slidesharecdn.com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https://www.slidemake.com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https://www.researchgate.net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https://www.researchgate.net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https://www.researchgate.net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Investigate Common Sources Of Noise During Image Acquisition, Analyze Their Effects On Image Quality</a:t>
            </a:r>
            <a:endParaRPr lang="en-US" sz="3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0D3A89-AE29-93E7-9E8D-AA61273E6E8C}"/>
              </a:ext>
            </a:extLst>
          </p:cNvPr>
          <p:cNvSpPr txBox="1"/>
          <p:nvPr/>
        </p:nvSpPr>
        <p:spPr>
          <a:xfrm>
            <a:off x="557412" y="3725870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/>
              <a:t>GUIDED BY:</a:t>
            </a:r>
          </a:p>
          <a:p>
            <a:r>
              <a:rPr lang="en-IN" sz="1800" dirty="0" err="1"/>
              <a:t>Mrs.R.C</a:t>
            </a:r>
            <a:r>
              <a:rPr lang="en-IN" sz="1800" dirty="0"/>
              <a:t>. Jeni Gracia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5F49F5-0E40-0AF0-D4E7-C565838FDFB2}"/>
              </a:ext>
            </a:extLst>
          </p:cNvPr>
          <p:cNvSpPr txBox="1"/>
          <p:nvPr/>
        </p:nvSpPr>
        <p:spPr>
          <a:xfrm>
            <a:off x="5793632" y="3644451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/>
              <a:t>NAME:Tejanvesh</a:t>
            </a:r>
            <a:r>
              <a:rPr lang="en-IN" sz="1800" dirty="0"/>
              <a:t> Reddy</a:t>
            </a:r>
          </a:p>
          <a:p>
            <a:r>
              <a:rPr lang="en-IN" sz="1800" dirty="0"/>
              <a:t>REG.NO:192425156</a:t>
            </a:r>
          </a:p>
        </p:txBody>
      </p:sp>
      <p:pic>
        <p:nvPicPr>
          <p:cNvPr id="9" name="Image 0">
            <a:extLst>
              <a:ext uri="{FF2B5EF4-FFF2-40B4-BE49-F238E27FC236}">
                <a16:creationId xmlns:a16="http://schemas.microsoft.com/office/drawing/2014/main" id="{D87A74F7-537A-B480-66F7-ECB6B5B7AD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923" y="478468"/>
            <a:ext cx="8444011" cy="9959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image.slidesharecdn.com/noise-131115082225-phpapp01/85/Noise-models-presented-by-Nisha-Menon-K-2-3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200150"/>
            <a:ext cx="4114800" cy="30861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Introduction to Image Acquisition Noise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Noise in image acquisition refers to unwanted variations that degrade the visual quality of an image.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Understanding the sources of noise is essential for improving image clarity and accuracy.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This presentation explores common noise sources and their impact on image quality.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84551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Electronic and Sensor Noise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923795"/>
            <a:ext cx="7315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Electronic noise originates from the inherent imperfections in the imaging sensor's electronic circuitry.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Sensor noise is influenced by temperature, sensor quality, and exposure settings.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This type of noise often appears as graininess or random speckles in images.</a:t>
            </a:r>
            <a:endParaRPr 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2A21FE-EC7F-90EB-9919-CB7EF6A32D2D}"/>
              </a:ext>
            </a:extLst>
          </p:cNvPr>
          <p:cNvSpPr txBox="1"/>
          <p:nvPr/>
        </p:nvSpPr>
        <p:spPr>
          <a:xfrm>
            <a:off x="457203" y="2550038"/>
            <a:ext cx="52233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Environmental and External Sources</a:t>
            </a:r>
            <a:endParaRPr lang="en-US" sz="2400" dirty="0"/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7AA8C145-CB01-9497-07F4-360AB83A02C2}"/>
              </a:ext>
            </a:extLst>
          </p:cNvPr>
          <p:cNvSpPr/>
          <p:nvPr/>
        </p:nvSpPr>
        <p:spPr>
          <a:xfrm>
            <a:off x="457199" y="3053215"/>
            <a:ext cx="5724395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External factors like ambient lighting fluctuations can introduce variability in captured images.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Electromagnetic interference from nearby devices can cause signal disruptions.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These environmental noises can result in inconsistent brightness and color distortions.</a:t>
            </a:r>
            <a:endParaRPr lang="en-US" sz="1600" dirty="0"/>
          </a:p>
        </p:txBody>
      </p:sp>
      <p:pic>
        <p:nvPicPr>
          <p:cNvPr id="12" name="Image 0" descr="https://search-letsfade-com.herokuapp.com/proxy?url=https://cdn.beverlyboy.com/wp-content/uploads/2026/01/09212243/Identifying-Common-Sources-of-Interference.png">
            <a:extLst>
              <a:ext uri="{FF2B5EF4-FFF2-40B4-BE49-F238E27FC236}">
                <a16:creationId xmlns:a16="http://schemas.microsoft.com/office/drawing/2014/main" id="{FA27C199-AA81-00A0-4C7A-F2B9961D67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3430" y="2672253"/>
            <a:ext cx="2223370" cy="22462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Quantization and Compression Artifacts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199" y="1143000"/>
            <a:ext cx="6751529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Quantization noise occurs during analog-to-digital conversion, leading to loss of detail.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Lossy compression techniques can introduce blockiness and blurring artifacts.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Both types of artifacts diminish image sharpness and can obscure important details.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Effects of Noise on Image Quality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199" y="1143000"/>
            <a:ext cx="6688899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Noise reduces the overall clarity, making it difficult to interpret fine details.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It can obscure important features necessary for accurate analysis or diagnosis.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Excessive noise can lead to misinterpretation and reduce the reliability of image-based decisions.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Conclusion and Mitigation Strategies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199" y="1143000"/>
            <a:ext cx="8148181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Recognizing noise sources allows for targeted strategies to minimize their effects.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Techniques such as optimal sensor selection, proper lighting, and post-processing help reduce noise.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Continuous advancements in imaging technology are improving image quality despite inherent noise challenges.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357</Words>
  <Application>Microsoft Office PowerPoint</Application>
  <PresentationFormat>On-screen Show (16:9)</PresentationFormat>
  <Paragraphs>52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Optima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SlideMake.com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Investigate Common Sources Of Noise During Image Acquisition, Analyze Their Effects On Image Quality</dc:title>
  <dc:subject>Investigate Common Sources Of Noise During Image Acquisition, Analyze Their Effects On Image Quality</dc:subject>
  <dc:creator>SlideMake.com</dc:creator>
  <cp:lastModifiedBy>Tejanvesh Reddy Y</cp:lastModifiedBy>
  <cp:revision>2</cp:revision>
  <dcterms:created xsi:type="dcterms:W3CDTF">2026-07-14T05:42:31Z</dcterms:created>
  <dcterms:modified xsi:type="dcterms:W3CDTF">2026-07-14T05:53:33Z</dcterms:modified>
</cp:coreProperties>
</file>